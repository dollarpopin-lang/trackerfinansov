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4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7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0AAC8-DB6F-4DF7-B38E-5FBF4DBAB749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07906-0293-49DE-81F5-4014F19ED4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5196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0AAC8-DB6F-4DF7-B38E-5FBF4DBAB749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07906-0293-49DE-81F5-4014F19ED4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7666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0AAC8-DB6F-4DF7-B38E-5FBF4DBAB749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07906-0293-49DE-81F5-4014F19ED4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8964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0AAC8-DB6F-4DF7-B38E-5FBF4DBAB749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07906-0293-49DE-81F5-4014F19ED4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6813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0AAC8-DB6F-4DF7-B38E-5FBF4DBAB749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07906-0293-49DE-81F5-4014F19ED4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04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0AAC8-DB6F-4DF7-B38E-5FBF4DBAB749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07906-0293-49DE-81F5-4014F19ED4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5150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0AAC8-DB6F-4DF7-B38E-5FBF4DBAB749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07906-0293-49DE-81F5-4014F19ED4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8786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0AAC8-DB6F-4DF7-B38E-5FBF4DBAB749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07906-0293-49DE-81F5-4014F19ED4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244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0AAC8-DB6F-4DF7-B38E-5FBF4DBAB749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07906-0293-49DE-81F5-4014F19ED4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0606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0AAC8-DB6F-4DF7-B38E-5FBF4DBAB749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07906-0293-49DE-81F5-4014F19ED4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4847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0AAC8-DB6F-4DF7-B38E-5FBF4DBAB749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07906-0293-49DE-81F5-4014F19ED4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99628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0AAC8-DB6F-4DF7-B38E-5FBF4DBAB749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07906-0293-49DE-81F5-4014F19ED4CA}" type="slidenum">
              <a:rPr lang="ru-RU" smtClean="0"/>
              <a:t>‹#›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455120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0AAC8-DB6F-4DF7-B38E-5FBF4DBAB749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07906-0293-49DE-81F5-4014F19ED4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36877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0AAC8-DB6F-4DF7-B38E-5FBF4DBAB749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07906-0293-49DE-81F5-4014F19ED4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82007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0AAC8-DB6F-4DF7-B38E-5FBF4DBAB749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07906-0293-49DE-81F5-4014F19ED4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2993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0AAC8-DB6F-4DF7-B38E-5FBF4DBAB749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07906-0293-49DE-81F5-4014F19ED4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53865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0AAC8-DB6F-4DF7-B38E-5FBF4DBAB749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07906-0293-49DE-81F5-4014F19ED4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9089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F890AAC8-DB6F-4DF7-B38E-5FBF4DBAB749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2907906-0293-49DE-81F5-4014F19ED4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56445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862A23-850A-4582-8081-7E57A8380C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2847" y="526728"/>
            <a:ext cx="9144000" cy="1641490"/>
          </a:xfrm>
        </p:spPr>
        <p:txBody>
          <a:bodyPr>
            <a:noAutofit/>
          </a:bodyPr>
          <a:lstStyle/>
          <a:p>
            <a:r>
              <a:rPr lang="ru-RU" sz="7200" dirty="0"/>
              <a:t>Создание </a:t>
            </a:r>
            <a:r>
              <a:rPr lang="en-US" sz="7200" dirty="0"/>
              <a:t>web-</a:t>
            </a:r>
            <a:r>
              <a:rPr lang="ru-RU" sz="7200" dirty="0"/>
              <a:t>приложения</a:t>
            </a:r>
            <a:br>
              <a:rPr lang="en-US" sz="7200" dirty="0"/>
            </a:br>
            <a:r>
              <a:rPr lang="ru-RU" sz="7200" dirty="0"/>
              <a:t> на </a:t>
            </a:r>
            <a:r>
              <a:rPr lang="en-US" sz="7200" dirty="0"/>
              <a:t>flask</a:t>
            </a:r>
            <a:endParaRPr lang="ru-RU" sz="72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4B6456B-65F5-4B1C-9AF9-C61D8B43C8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6103975"/>
            <a:ext cx="9144000" cy="754025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Выполнил</a:t>
            </a:r>
            <a:r>
              <a:rPr lang="en-US" dirty="0"/>
              <a:t>:</a:t>
            </a:r>
            <a:r>
              <a:rPr lang="ru-RU" dirty="0"/>
              <a:t>Ревякин Максим</a:t>
            </a:r>
          </a:p>
          <a:p>
            <a:r>
              <a:rPr lang="ru-RU" dirty="0"/>
              <a:t>Преподаватель</a:t>
            </a:r>
            <a:r>
              <a:rPr lang="en-US" dirty="0"/>
              <a:t>:</a:t>
            </a:r>
            <a:r>
              <a:rPr lang="ru-RU" dirty="0"/>
              <a:t> Носков Иван</a:t>
            </a:r>
          </a:p>
        </p:txBody>
      </p:sp>
    </p:spTree>
    <p:extLst>
      <p:ext uri="{BB962C8B-B14F-4D97-AF65-F5344CB8AC3E}">
        <p14:creationId xmlns:p14="http://schemas.microsoft.com/office/powerpoint/2010/main" val="4030880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64E31-072D-4FE5-B607-86B1B8C1F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154748-3A2F-43DA-9085-DB96D4619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В условиях цифровой экономики и повсеместного перехода на безналичные платежи (2024–2026 гг.) проблема контроля личных финансов становится критической. Люди теряют ощущение реальности денег, так как средства списываются с карт незаметно.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3150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11C699-8BF7-4AAA-89F9-2ECCC80DD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Expenses – </a:t>
            </a:r>
            <a:r>
              <a:rPr lang="ru-RU" dirty="0"/>
              <a:t>База данных моего проекта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BC4E30E9-9300-4327-9EDC-1838255ADB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98203" y="2677563"/>
            <a:ext cx="5351643" cy="2778737"/>
          </a:xfrm>
        </p:spPr>
      </p:pic>
    </p:spTree>
    <p:extLst>
      <p:ext uri="{BB962C8B-B14F-4D97-AF65-F5344CB8AC3E}">
        <p14:creationId xmlns:p14="http://schemas.microsoft.com/office/powerpoint/2010/main" val="1392548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024BC3-BDD7-4AFD-A8BC-D18A61BFA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Expenses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DFB079A-4CBA-426F-B898-64D6183B8B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3146" y="2120994"/>
            <a:ext cx="11305708" cy="3533722"/>
          </a:xfrm>
        </p:spPr>
      </p:pic>
    </p:spTree>
    <p:extLst>
      <p:ext uri="{BB962C8B-B14F-4D97-AF65-F5344CB8AC3E}">
        <p14:creationId xmlns:p14="http://schemas.microsoft.com/office/powerpoint/2010/main" val="2160816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685145-9FB7-4417-BA56-D62D769E0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Incomes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78AA1A4-85E4-43F5-AC23-56EDDA6ABB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4278" y="2320197"/>
            <a:ext cx="10229522" cy="2898197"/>
          </a:xfrm>
        </p:spPr>
      </p:pic>
    </p:spTree>
    <p:extLst>
      <p:ext uri="{BB962C8B-B14F-4D97-AF65-F5344CB8AC3E}">
        <p14:creationId xmlns:p14="http://schemas.microsoft.com/office/powerpoint/2010/main" val="8522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5AE365-D45B-4046-8AF8-295133888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Users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0B0AC0A9-3F1D-46B9-A993-B37E686B63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2135" y="2469931"/>
            <a:ext cx="10127729" cy="2565394"/>
          </a:xfrm>
        </p:spPr>
      </p:pic>
    </p:spTree>
    <p:extLst>
      <p:ext uri="{BB962C8B-B14F-4D97-AF65-F5344CB8AC3E}">
        <p14:creationId xmlns:p14="http://schemas.microsoft.com/office/powerpoint/2010/main" val="2747483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D68EFC-91A8-4DFA-8BFA-B0787BA94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Классы моего класса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9B4E28-6F9A-4598-A9CC-9BAB3BD4F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309" y="2061883"/>
            <a:ext cx="4276753" cy="4351338"/>
          </a:xfrm>
        </p:spPr>
        <p:txBody>
          <a:bodyPr>
            <a:normAutofit fontScale="25000" lnSpcReduction="20000"/>
          </a:bodyPr>
          <a:lstStyle/>
          <a:p>
            <a:r>
              <a:rPr lang="ru-RU" sz="5600" dirty="0"/>
              <a:t>1</a:t>
            </a:r>
            <a:r>
              <a:rPr lang="ru-RU" sz="14400" dirty="0"/>
              <a:t>. </a:t>
            </a:r>
            <a:r>
              <a:rPr lang="ru-RU" sz="5600" dirty="0" err="1"/>
              <a:t>Flask</a:t>
            </a:r>
            <a:r>
              <a:rPr lang="ru-RU" sz="5600" dirty="0"/>
              <a:t> (Web </a:t>
            </a:r>
            <a:r>
              <a:rPr lang="ru-RU" sz="5600" dirty="0" err="1"/>
              <a:t>framework</a:t>
            </a:r>
            <a:r>
              <a:rPr lang="ru-RU" sz="5600" dirty="0"/>
              <a:t>)</a:t>
            </a:r>
          </a:p>
          <a:p>
            <a:r>
              <a:rPr lang="ru-RU" sz="5600" dirty="0"/>
              <a:t>   - Основной класс приложения</a:t>
            </a:r>
          </a:p>
          <a:p>
            <a:r>
              <a:rPr lang="ru-RU" sz="5600" dirty="0"/>
              <a:t>   - Управление маршрутами и HTTP-запросами</a:t>
            </a:r>
          </a:p>
          <a:p>
            <a:r>
              <a:rPr lang="ru-RU" sz="5600" dirty="0"/>
              <a:t>   - Обработка сессий пользователей</a:t>
            </a:r>
          </a:p>
          <a:p>
            <a:endParaRPr lang="ru-RU" sz="5600" dirty="0"/>
          </a:p>
          <a:p>
            <a:r>
              <a:rPr lang="ru-RU" sz="5600" dirty="0"/>
              <a:t>2. sqlite3.Connection (База данных)</a:t>
            </a:r>
          </a:p>
          <a:p>
            <a:r>
              <a:rPr lang="ru-RU" sz="5600" dirty="0"/>
              <a:t>   - Хранение пользователей, расходов и доходов</a:t>
            </a:r>
          </a:p>
          <a:p>
            <a:r>
              <a:rPr lang="ru-RU" sz="5600" dirty="0"/>
              <a:t>   - Выполнение SQL-запросов</a:t>
            </a:r>
          </a:p>
          <a:p>
            <a:r>
              <a:rPr lang="ru-RU" sz="5600" dirty="0"/>
              <a:t>   - Управление транзакциями</a:t>
            </a:r>
          </a:p>
          <a:p>
            <a:endParaRPr lang="ru-RU" sz="5600" dirty="0"/>
          </a:p>
          <a:p>
            <a:r>
              <a:rPr lang="ru-RU" sz="5600" dirty="0"/>
              <a:t>3. </a:t>
            </a:r>
            <a:r>
              <a:rPr lang="ru-RU" sz="5600" dirty="0" err="1"/>
              <a:t>request</a:t>
            </a:r>
            <a:r>
              <a:rPr lang="ru-RU" sz="5600" dirty="0"/>
              <a:t> (HTTP-запросы)</a:t>
            </a:r>
          </a:p>
          <a:p>
            <a:r>
              <a:rPr lang="ru-RU" sz="5600" dirty="0"/>
              <a:t>   - Получение данных от пользователя</a:t>
            </a:r>
          </a:p>
          <a:p>
            <a:r>
              <a:rPr lang="ru-RU" sz="5600" dirty="0"/>
              <a:t>   - Обработка POST и GET параметров</a:t>
            </a:r>
          </a:p>
          <a:p>
            <a:r>
              <a:rPr lang="ru-RU" sz="5600" dirty="0"/>
              <a:t>   - Чтение форм и аргументов URL</a:t>
            </a:r>
            <a:endParaRPr lang="ru-RU" sz="6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B6B612-6DE9-4C4C-96E2-555FA3E379C4}"/>
              </a:ext>
            </a:extLst>
          </p:cNvPr>
          <p:cNvSpPr txBox="1"/>
          <p:nvPr/>
        </p:nvSpPr>
        <p:spPr>
          <a:xfrm>
            <a:off x="4481766" y="2061883"/>
            <a:ext cx="393550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4. </a:t>
            </a:r>
            <a:r>
              <a:rPr lang="ru-RU" sz="1400" dirty="0" err="1"/>
              <a:t>session</a:t>
            </a:r>
            <a:r>
              <a:rPr lang="ru-RU" sz="1400" dirty="0"/>
              <a:t> (Управление сессией)</a:t>
            </a:r>
          </a:p>
          <a:p>
            <a:r>
              <a:rPr lang="ru-RU" sz="1400" dirty="0"/>
              <a:t>   - Хранение состояния авторизации</a:t>
            </a:r>
          </a:p>
          <a:p>
            <a:r>
              <a:rPr lang="ru-RU" sz="1400" dirty="0"/>
              <a:t>   - Сохранение данных пользователя между запросами</a:t>
            </a:r>
          </a:p>
          <a:p>
            <a:r>
              <a:rPr lang="ru-RU" sz="1400" dirty="0"/>
              <a:t>   - Управление временем жизни сессии</a:t>
            </a:r>
          </a:p>
          <a:p>
            <a:endParaRPr lang="ru-RU" sz="1400" dirty="0"/>
          </a:p>
          <a:p>
            <a:r>
              <a:rPr lang="ru-RU" sz="1400" dirty="0"/>
              <a:t>5. </a:t>
            </a:r>
            <a:r>
              <a:rPr lang="ru-RU" sz="1400" dirty="0" err="1"/>
              <a:t>redirect</a:t>
            </a:r>
            <a:r>
              <a:rPr lang="ru-RU" sz="1400" dirty="0"/>
              <a:t> (Навигация)</a:t>
            </a:r>
          </a:p>
          <a:p>
            <a:r>
              <a:rPr lang="ru-RU" sz="1400" dirty="0"/>
              <a:t>   - Перенаправление между страницами</a:t>
            </a:r>
          </a:p>
          <a:p>
            <a:r>
              <a:rPr lang="ru-RU" sz="1400" dirty="0"/>
              <a:t>   - Управление маршрутизацией после действий</a:t>
            </a:r>
          </a:p>
          <a:p>
            <a:endParaRPr lang="ru-RU" sz="1400" dirty="0"/>
          </a:p>
          <a:p>
            <a:r>
              <a:rPr lang="ru-RU" sz="1400" dirty="0"/>
              <a:t>6. </a:t>
            </a:r>
            <a:r>
              <a:rPr lang="ru-RU" sz="1400" dirty="0" err="1"/>
              <a:t>flash</a:t>
            </a:r>
            <a:r>
              <a:rPr lang="ru-RU" sz="1400" dirty="0"/>
              <a:t> (Сообщения)</a:t>
            </a:r>
          </a:p>
          <a:p>
            <a:r>
              <a:rPr lang="ru-RU" sz="1400" dirty="0"/>
              <a:t>   - Отображение уведомлений пользователю</a:t>
            </a:r>
          </a:p>
          <a:p>
            <a:r>
              <a:rPr lang="ru-RU" sz="1400" dirty="0"/>
              <a:t>   - Информирование об ошибках и успехах</a:t>
            </a:r>
          </a:p>
          <a:p>
            <a:endParaRPr lang="ru-RU" sz="1400" dirty="0"/>
          </a:p>
          <a:p>
            <a:r>
              <a:rPr lang="ru-RU" sz="1400" dirty="0"/>
              <a:t>7. </a:t>
            </a:r>
            <a:r>
              <a:rPr lang="ru-RU" sz="1400" dirty="0" err="1"/>
              <a:t>hashlib</a:t>
            </a:r>
            <a:r>
              <a:rPr lang="ru-RU" sz="1400" dirty="0"/>
              <a:t> (Безопасность)</a:t>
            </a:r>
          </a:p>
          <a:p>
            <a:r>
              <a:rPr lang="ru-RU" sz="1400" dirty="0"/>
              <a:t>   - Хэширование паролей SHA-256</a:t>
            </a:r>
          </a:p>
          <a:p>
            <a:r>
              <a:rPr lang="ru-RU" sz="1400" dirty="0"/>
              <a:t>   - Защита учетных данных пользователей</a:t>
            </a: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971D1B-597B-4E56-93FE-CD22762AA4E3}"/>
              </a:ext>
            </a:extLst>
          </p:cNvPr>
          <p:cNvSpPr txBox="1"/>
          <p:nvPr/>
        </p:nvSpPr>
        <p:spPr>
          <a:xfrm>
            <a:off x="8283388" y="2061882"/>
            <a:ext cx="3648636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8. </a:t>
            </a:r>
            <a:r>
              <a:rPr lang="ru-RU" sz="1400" dirty="0" err="1"/>
              <a:t>datetime</a:t>
            </a:r>
            <a:r>
              <a:rPr lang="ru-RU" sz="1400" dirty="0"/>
              <a:t> (Работа с датами)</a:t>
            </a:r>
          </a:p>
          <a:p>
            <a:r>
              <a:rPr lang="ru-RU" sz="1400" dirty="0"/>
              <a:t>   - Форматирование дат расходов и доходов</a:t>
            </a:r>
          </a:p>
          <a:p>
            <a:r>
              <a:rPr lang="ru-RU" sz="1400" dirty="0"/>
              <a:t>   - Фильтрация по периодам (день/неделя/месяц)</a:t>
            </a:r>
          </a:p>
          <a:p>
            <a:r>
              <a:rPr lang="ru-RU" sz="1400" dirty="0"/>
              <a:t>   - Расчет временных интервалов</a:t>
            </a:r>
          </a:p>
          <a:p>
            <a:endParaRPr lang="ru-RU" sz="1400" dirty="0"/>
          </a:p>
          <a:p>
            <a:r>
              <a:rPr lang="ru-RU" sz="1400" dirty="0"/>
              <a:t>9. </a:t>
            </a:r>
            <a:r>
              <a:rPr lang="ru-RU" sz="1400" dirty="0" err="1"/>
              <a:t>secrets</a:t>
            </a:r>
            <a:r>
              <a:rPr lang="ru-RU" sz="1400" dirty="0"/>
              <a:t> (Генерация ключей)</a:t>
            </a:r>
          </a:p>
          <a:p>
            <a:r>
              <a:rPr lang="ru-RU" sz="1400" dirty="0"/>
              <a:t>   - Создание секретного ключа приложения</a:t>
            </a:r>
          </a:p>
          <a:p>
            <a:r>
              <a:rPr lang="ru-RU" sz="1400" dirty="0"/>
              <a:t>   - Обеспечение безопасности сессий</a:t>
            </a:r>
          </a:p>
          <a:p>
            <a:endParaRPr lang="ru-RU" sz="1400" dirty="0"/>
          </a:p>
          <a:p>
            <a:r>
              <a:rPr lang="ru-RU" sz="1400" dirty="0"/>
              <a:t>10. </a:t>
            </a:r>
            <a:r>
              <a:rPr lang="ru-RU" sz="1400" dirty="0" err="1"/>
              <a:t>functools.wraps</a:t>
            </a:r>
            <a:r>
              <a:rPr lang="ru-RU" sz="1400" dirty="0"/>
              <a:t> (Декораторы)</a:t>
            </a:r>
          </a:p>
          <a:p>
            <a:r>
              <a:rPr lang="ru-RU" sz="1400" dirty="0"/>
              <a:t>    - Создание декоратора </a:t>
            </a:r>
            <a:r>
              <a:rPr lang="ru-RU" sz="1400" dirty="0" err="1"/>
              <a:t>login_required</a:t>
            </a:r>
            <a:endParaRPr lang="ru-RU" sz="1400" dirty="0"/>
          </a:p>
          <a:p>
            <a:r>
              <a:rPr lang="ru-RU" sz="1400" dirty="0"/>
              <a:t>    - Защита маршрутов от неавторизованного доступа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3492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EE674F3-737D-43E9-B4CE-E08593EB3A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383469"/>
      </p:ext>
    </p:extLst>
  </p:cSld>
  <p:clrMapOvr>
    <a:masterClrMapping/>
  </p:clrMapOvr>
</p:sld>
</file>

<file path=ppt/theme/theme1.xml><?xml version="1.0" encoding="utf-8"?>
<a:theme xmlns:a="http://schemas.openxmlformats.org/drawingml/2006/main" name="Глубина">
  <a:themeElements>
    <a:clrScheme name="Глубина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Глубина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лубина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TM04033923[[fn=Глубина]]</Template>
  <TotalTime>173</TotalTime>
  <Words>286</Words>
  <Application>Microsoft Office PowerPoint</Application>
  <PresentationFormat>Широкоэкранный</PresentationFormat>
  <Paragraphs>52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Corbel</vt:lpstr>
      <vt:lpstr>quote-cjk-patch</vt:lpstr>
      <vt:lpstr>Глубина</vt:lpstr>
      <vt:lpstr>Создание web-приложения  на flask</vt:lpstr>
      <vt:lpstr>Актуальность</vt:lpstr>
      <vt:lpstr>Expenses – База данных моего проекта</vt:lpstr>
      <vt:lpstr>Expenses</vt:lpstr>
      <vt:lpstr>Incomes</vt:lpstr>
      <vt:lpstr>Users</vt:lpstr>
      <vt:lpstr>Классы моего класса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Создание web-приложения  на flask</dc:title>
  <dc:creator>Артур Кочетов</dc:creator>
  <cp:lastModifiedBy>Артур Кочетов</cp:lastModifiedBy>
  <cp:revision>4</cp:revision>
  <dcterms:created xsi:type="dcterms:W3CDTF">2026-04-20T15:43:24Z</dcterms:created>
  <dcterms:modified xsi:type="dcterms:W3CDTF">2026-04-20T20:18:22Z</dcterms:modified>
</cp:coreProperties>
</file>